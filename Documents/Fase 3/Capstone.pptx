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61" r:id="rId5"/>
    <p:sldId id="263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204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046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886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826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053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7542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737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835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0889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66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440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D11EE17-6B22-4DE2-920C-FCC97B5E83E9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4FB0DEB-55B5-4F68-BB3E-7427BDAFA8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934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96A55C8-89F1-439D-863D-E208C0AC8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35C6C56-9A32-AF52-7842-0D38BD4CE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80" r="9092" b="12693"/>
          <a:stretch>
            <a:fillRect/>
          </a:stretch>
        </p:blipFill>
        <p:spPr>
          <a:xfrm>
            <a:off x="20" y="1"/>
            <a:ext cx="12188932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4A1FD7E-EAEC-40B9-B75B-432F9DA75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09599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984961-AC93-8B39-8A41-1493AB48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94" y="4274228"/>
            <a:ext cx="5218209" cy="1255469"/>
          </a:xfrm>
        </p:spPr>
        <p:txBody>
          <a:bodyPr>
            <a:noAutofit/>
          </a:bodyPr>
          <a:lstStyle/>
          <a:p>
            <a:r>
              <a:rPr lang="es-MX" sz="3200" dirty="0"/>
              <a:t>Aplicación Móvil que conecta clientes con maestros</a:t>
            </a:r>
            <a:endParaRPr lang="es-CL" sz="3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88629E-396B-4C99-B284-F30AABDF2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848DA37-43EB-5604-77B6-053A8DA74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04" y="1328303"/>
            <a:ext cx="2222088" cy="1496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596D037-A654-0182-1B17-4F48FCCDA436}"/>
              </a:ext>
            </a:extLst>
          </p:cNvPr>
          <p:cNvSpPr txBox="1"/>
          <p:nvPr/>
        </p:nvSpPr>
        <p:spPr>
          <a:xfrm>
            <a:off x="3199365" y="2639598"/>
            <a:ext cx="2296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7200" b="0" i="0" u="none" strike="noStrike" dirty="0">
                <a:solidFill>
                  <a:srgbClr val="303343"/>
                </a:solidFill>
                <a:effectLst/>
                <a:latin typeface="Archivo"/>
              </a:rPr>
              <a:t>FIXYA</a:t>
            </a:r>
            <a:r>
              <a:rPr lang="es-CL" sz="9600" b="0" i="0" u="none" strike="noStrike" dirty="0">
                <a:solidFill>
                  <a:srgbClr val="303343"/>
                </a:solidFill>
                <a:effectLst/>
                <a:latin typeface="Archivo"/>
              </a:rPr>
              <a:t>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7174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9517E-E952-35E8-9F46-62E77EA0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CCCDCCF-DDE7-4FF9-BA8E-DFD3AC93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98E9C6A-C6C0-6B8D-FEE9-EC25715AC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8" r="-1" b="8860"/>
          <a:stretch>
            <a:fillRect/>
          </a:stretch>
        </p:blipFill>
        <p:spPr>
          <a:xfrm>
            <a:off x="20" y="1"/>
            <a:ext cx="12188932" cy="6858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C2352FE0-ACFA-479E-A574-CED1C035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E88C22-75FF-6057-F458-92F83E008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s-MX" sz="5400" dirty="0"/>
              <a:t>Empresa</a:t>
            </a:r>
            <a:endParaRPr lang="es-CL" sz="54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1F5979-1992-492E-ABBD-62EBC1016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97130" y="754144"/>
            <a:ext cx="7865196" cy="53357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7CB93F-A0E2-4BBE-B2FC-E93932C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55EF2BA-DFD0-F273-5E93-792D060C47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523" y="952994"/>
            <a:ext cx="314325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A777D581-EBF2-C513-CFC0-FD95BDD02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02" y="952995"/>
            <a:ext cx="3226662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210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388CE-59BA-4B6F-F803-52F245659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0">
            <a:extLst>
              <a:ext uri="{FF2B5EF4-FFF2-40B4-BE49-F238E27FC236}">
                <a16:creationId xmlns:a16="http://schemas.microsoft.com/office/drawing/2014/main" id="{EA992460-7FA3-40FE-A958-BCD1981B9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F57D5B-380D-48E9-8DAD-DD500FE80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EC58C2-BE49-D5A5-5910-3C85701C2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10" y="2796693"/>
            <a:ext cx="4016116" cy="1255469"/>
          </a:xfrm>
        </p:spPr>
        <p:txBody>
          <a:bodyPr>
            <a:normAutofit/>
          </a:bodyPr>
          <a:lstStyle/>
          <a:p>
            <a:r>
              <a:rPr lang="es-MX" sz="5400" dirty="0"/>
              <a:t>Problemática</a:t>
            </a:r>
            <a:endParaRPr lang="es-CL" sz="54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5CC8E5-7727-4F29-A17D-114AF339F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8840" y="758952"/>
            <a:ext cx="2079069" cy="2344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600802-151E-4F13-8C35-8D5CEDFF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463" y="4080912"/>
            <a:ext cx="2157385" cy="2008992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25053E-1062-4FE2-974C-546DC769D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0EDEA12-F9A6-6CF3-F4D5-3B7091BD7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5" r="16239" b="-3"/>
          <a:stretch>
            <a:fillRect/>
          </a:stretch>
        </p:blipFill>
        <p:spPr>
          <a:xfrm>
            <a:off x="7460907" y="3264090"/>
            <a:ext cx="4027002" cy="3593910"/>
          </a:xfrm>
          <a:prstGeom prst="rect">
            <a:avLst/>
          </a:prstGeom>
        </p:spPr>
      </p:pic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A5816BA-3642-C75B-0BAF-F3F5A111A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6" r="2" b="2"/>
          <a:stretch>
            <a:fillRect/>
          </a:stretch>
        </p:blipFill>
        <p:spPr>
          <a:xfrm>
            <a:off x="5137460" y="10"/>
            <a:ext cx="4113440" cy="3920034"/>
          </a:xfrm>
          <a:custGeom>
            <a:avLst/>
            <a:gdLst/>
            <a:ahLst/>
            <a:cxnLst/>
            <a:rect l="l" t="t" r="r" b="b"/>
            <a:pathLst>
              <a:path w="4113440" h="3920044">
                <a:moveTo>
                  <a:pt x="0" y="0"/>
                </a:moveTo>
                <a:lnTo>
                  <a:pt x="4113440" y="0"/>
                </a:lnTo>
                <a:lnTo>
                  <a:pt x="4113440" y="3103224"/>
                </a:lnTo>
                <a:lnTo>
                  <a:pt x="2157388" y="3103224"/>
                </a:lnTo>
                <a:lnTo>
                  <a:pt x="2157388" y="3920044"/>
                </a:lnTo>
                <a:lnTo>
                  <a:pt x="0" y="392004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95443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CE731-C06D-B321-AF47-183F1C77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00114"/>
            <a:ext cx="4053525" cy="425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9D2F92-124A-B490-23C3-BAA5ED6D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86" y="3012823"/>
            <a:ext cx="3361953" cy="8323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spc="-100" dirty="0" err="1"/>
              <a:t>Solución</a:t>
            </a:r>
            <a:endParaRPr lang="en-US" sz="5400" spc="-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534FB5D-CBDD-7B4F-A0CD-15FD6D29B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318" y="761999"/>
            <a:ext cx="2478641" cy="52737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8A7EE7C-7529-8C45-84AF-4322DF04D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669" y="761999"/>
            <a:ext cx="2610484" cy="527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73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AC985-E89E-6033-039E-B5CF5336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30F73-BFAA-4AD5-463A-F60110667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 dirty="0" err="1"/>
              <a:t>Tecnologias</a:t>
            </a:r>
            <a:r>
              <a:rPr lang="en-US" sz="5900" spc="-100" dirty="0"/>
              <a:t> </a:t>
            </a:r>
            <a:r>
              <a:rPr lang="en-US" sz="5900" spc="-100" dirty="0" err="1"/>
              <a:t>utilizadas</a:t>
            </a:r>
            <a:endParaRPr lang="en-US" sz="5900" spc="-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E899588-B209-F2CA-164B-50C20468D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91" y="597057"/>
            <a:ext cx="3331905" cy="33319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AF7EA0-7B67-EC59-B9A8-DFA2C6000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329" y="597057"/>
            <a:ext cx="3331905" cy="33319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80A51AE-BC75-3178-3CDD-06442EFA78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967" y="597056"/>
            <a:ext cx="3331906" cy="333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0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D4A0B-0421-140D-01F1-60629C89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53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63" name="Rectangle 55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 useBgFill="1">
        <p:nvSpPr>
          <p:cNvPr id="64" name="Rectangle 57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59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00114"/>
            <a:ext cx="4053525" cy="42577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D5730A-FCEB-7409-DBC0-D56B03CF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57" y="3012822"/>
            <a:ext cx="3361953" cy="8323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spc="-100" dirty="0" err="1"/>
              <a:t>Pruebas</a:t>
            </a:r>
            <a:endParaRPr lang="en-US" sz="5400" spc="-1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562BDDF-832B-8359-1364-F008FF151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3" b="5986"/>
          <a:stretch>
            <a:fillRect/>
          </a:stretch>
        </p:blipFill>
        <p:spPr>
          <a:xfrm>
            <a:off x="4427879" y="1300112"/>
            <a:ext cx="2688561" cy="425777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F81B359-4859-243B-D31C-8051EF79C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30" r="-1" b="31563"/>
          <a:stretch>
            <a:fillRect/>
          </a:stretch>
        </p:blipFill>
        <p:spPr>
          <a:xfrm>
            <a:off x="7764122" y="1569485"/>
            <a:ext cx="4093321" cy="371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8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FE3EE-01EC-2E61-7828-A090345A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F569C6-30EC-1454-9E59-16569BA1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 dirty="0" err="1"/>
              <a:t>Factibilidad</a:t>
            </a:r>
            <a:endParaRPr lang="en-US" sz="5900" spc="-100" dirty="0"/>
          </a:p>
        </p:txBody>
      </p:sp>
      <p:pic>
        <p:nvPicPr>
          <p:cNvPr id="5122" name="Picture 2" descr="Gráfico de respuestas de formularios. Título de la pregunta: Considerando tu experiencia general, ¿Qué tan satisfecho estás con la aplicación?. Número de respuestas: 7 respuestas.">
            <a:extLst>
              <a:ext uri="{FF2B5EF4-FFF2-40B4-BE49-F238E27FC236}">
                <a16:creationId xmlns:a16="http://schemas.microsoft.com/office/drawing/2014/main" id="{A0004880-5602-7D4B-CCC5-A39C8087E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4374" y="484632"/>
            <a:ext cx="8468466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3CA1560-A385-DFBF-14B1-A6ADE096248A}"/>
              </a:ext>
            </a:extLst>
          </p:cNvPr>
          <p:cNvSpPr/>
          <p:nvPr/>
        </p:nvSpPr>
        <p:spPr>
          <a:xfrm>
            <a:off x="2418080" y="1046480"/>
            <a:ext cx="88392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824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D3344-972E-2FF8-FBCE-71D10B37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D2850-E9D3-B615-D6ED-C967AD63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Oportunidades de crecimiento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14ACB-7D81-F2FB-0753-D98B695416CF}"/>
              </a:ext>
            </a:extLst>
          </p:cNvPr>
          <p:cNvSpPr txBox="1"/>
          <p:nvPr/>
        </p:nvSpPr>
        <p:spPr>
          <a:xfrm>
            <a:off x="3869267" y="864108"/>
            <a:ext cx="3585891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182880" defTabSz="914400"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Alianza con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empresa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muebles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182880" defTabSz="914400"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Alianza con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empresa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ventanas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182880" defTabSz="914400"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Gamificación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trabajadores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182880" defTabSz="914400"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Implementación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IA para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calculo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presupuestos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5137" name="Graphic 5136" descr="Apretón de manos">
            <a:extLst>
              <a:ext uri="{FF2B5EF4-FFF2-40B4-BE49-F238E27FC236}">
                <a16:creationId xmlns:a16="http://schemas.microsoft.com/office/drawing/2014/main" id="{535CE9CC-5F73-FFE6-E1CF-C35D3994B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8120" y="1691640"/>
            <a:ext cx="3474720" cy="347472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4213D6E-8ACF-DA54-BAF9-4BBEF15104B5}"/>
              </a:ext>
            </a:extLst>
          </p:cNvPr>
          <p:cNvSpPr/>
          <p:nvPr/>
        </p:nvSpPr>
        <p:spPr>
          <a:xfrm>
            <a:off x="2418080" y="1046480"/>
            <a:ext cx="88392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724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2FB0C-0DC5-77CA-3CDE-8731C0304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ADC4F84-175A-4AB1-916C-1E5796E1E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86F453-352D-76B9-A254-98101FA4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9" b="88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ECDFA7-0D0B-9660-5B8A-F9710BDC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095" y="2880106"/>
            <a:ext cx="4321810" cy="1097787"/>
          </a:xfrm>
        </p:spPr>
        <p:txBody>
          <a:bodyPr>
            <a:normAutofit/>
          </a:bodyPr>
          <a:lstStyle/>
          <a:p>
            <a:pPr algn="ctr"/>
            <a:r>
              <a:rPr lang="es-MX" sz="7200" dirty="0">
                <a:ln w="15875">
                  <a:solidFill>
                    <a:srgbClr val="FFFFFF"/>
                  </a:solidFill>
                </a:ln>
                <a:noFill/>
              </a:rPr>
              <a:t>Conclusión</a:t>
            </a:r>
            <a:endParaRPr lang="es-CL" sz="7200" dirty="0">
              <a:ln w="15875">
                <a:solidFill>
                  <a:srgbClr val="FFFFFF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53648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arco">
  <a:themeElements>
    <a:clrScheme name="Marc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arc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40</TotalTime>
  <Words>40</Words>
  <Application>Microsoft Office PowerPoint</Application>
  <PresentationFormat>Panorámica</PresentationFormat>
  <Paragraphs>14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Archivo</vt:lpstr>
      <vt:lpstr>Arial</vt:lpstr>
      <vt:lpstr>Corbel</vt:lpstr>
      <vt:lpstr>Wingdings 2</vt:lpstr>
      <vt:lpstr>Marco</vt:lpstr>
      <vt:lpstr>Aplicación Móvil que conecta clientes con maestros</vt:lpstr>
      <vt:lpstr>Empresa</vt:lpstr>
      <vt:lpstr>Problemática</vt:lpstr>
      <vt:lpstr>Solución</vt:lpstr>
      <vt:lpstr>Tecnologias utilizadas</vt:lpstr>
      <vt:lpstr>Pruebas</vt:lpstr>
      <vt:lpstr>Factibilidad</vt:lpstr>
      <vt:lpstr>Oportunidades de crecimiento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Esteban Tamayo Chamorro</dc:creator>
  <cp:lastModifiedBy>Esteban Tamayo Chamorro</cp:lastModifiedBy>
  <cp:revision>1</cp:revision>
  <dcterms:created xsi:type="dcterms:W3CDTF">2025-11-18T13:14:43Z</dcterms:created>
  <dcterms:modified xsi:type="dcterms:W3CDTF">2025-11-18T13:55:43Z</dcterms:modified>
</cp:coreProperties>
</file>